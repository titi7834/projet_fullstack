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3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49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9581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499324B-21D2-0B92-1303-F25FB081ADC8}"/>
              </a:ext>
            </a:extLst>
          </p:cNvPr>
          <p:cNvSpPr txBox="1"/>
          <p:nvPr/>
        </p:nvSpPr>
        <p:spPr>
          <a:xfrm>
            <a:off x="1524000" y="1231961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PROJET FULLSTACK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886BF1B-A601-F9ED-35E9-7DB44375CA03}"/>
              </a:ext>
            </a:extLst>
          </p:cNvPr>
          <p:cNvSpPr txBox="1"/>
          <p:nvPr/>
        </p:nvSpPr>
        <p:spPr>
          <a:xfrm>
            <a:off x="1524000" y="3803712"/>
            <a:ext cx="9144000" cy="15636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Fait par Tiago DA COSTA</a:t>
            </a:r>
          </a:p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dirty="0"/>
              <a:t>Du </a:t>
            </a:r>
            <a:r>
              <a:rPr lang="en-US" sz="2400" dirty="0" err="1"/>
              <a:t>groupe</a:t>
            </a:r>
            <a:r>
              <a:rPr lang="en-US" sz="2400" dirty="0"/>
              <a:t> </a:t>
            </a:r>
            <a:r>
              <a:rPr lang="en-US" sz="2400" dirty="0" err="1"/>
              <a:t>Karmeliet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56CA7C9-D13C-3E00-E9E6-6E60F18961E4}"/>
              </a:ext>
            </a:extLst>
          </p:cNvPr>
          <p:cNvSpPr txBox="1"/>
          <p:nvPr/>
        </p:nvSpPr>
        <p:spPr>
          <a:xfrm>
            <a:off x="11024349" y="6452339"/>
            <a:ext cx="1239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fr-FR" sz="2400" dirty="0">
                <a:latin typeface="Aharoni" panose="020F0502020204030204" pitchFamily="2" charset="-79"/>
                <a:cs typeface="Aharoni" panose="020F0502020204030204" pitchFamily="2" charset="-79"/>
              </a:rPr>
              <a:t>28/11/25</a:t>
            </a:r>
          </a:p>
        </p:txBody>
      </p:sp>
    </p:spTree>
    <p:extLst>
      <p:ext uri="{BB962C8B-B14F-4D97-AF65-F5344CB8AC3E}">
        <p14:creationId xmlns:p14="http://schemas.microsoft.com/office/powerpoint/2010/main" val="2550874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499324B-21D2-0B92-1303-F25FB081ADC8}"/>
              </a:ext>
            </a:extLst>
          </p:cNvPr>
          <p:cNvSpPr txBox="1"/>
          <p:nvPr/>
        </p:nvSpPr>
        <p:spPr>
          <a:xfrm>
            <a:off x="966278" y="2147302"/>
            <a:ext cx="9910296" cy="2590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8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MERCI DE VOTRE ATTENTION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244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31</Words>
  <Application>Microsoft Office PowerPoint</Application>
  <PresentationFormat>Grand écran</PresentationFormat>
  <Paragraphs>21</Paragraphs>
  <Slides>18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1" baseType="lpstr">
      <vt:lpstr>Aharoni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Démarrage Serveur</dc:title>
  <dc:subject>PptxGenJS Presentation</dc:subject>
  <dc:creator>Created by Marp</dc:creator>
  <cp:lastModifiedBy>Tiago DA COSTA</cp:lastModifiedBy>
  <cp:revision>2</cp:revision>
  <dcterms:created xsi:type="dcterms:W3CDTF">2025-11-28T09:56:16Z</dcterms:created>
  <dcterms:modified xsi:type="dcterms:W3CDTF">2025-11-28T09:58:40Z</dcterms:modified>
</cp:coreProperties>
</file>