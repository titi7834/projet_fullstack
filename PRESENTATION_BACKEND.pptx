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895A78-70E2-48BA-ADB1-1ED31C9CA565}" v="1" dt="2025-11-28T12:29:40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91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go DA COSTA" userId="036dced3-816d-405f-b04e-e233882c0a59" providerId="ADAL" clId="{2FA1E456-9572-4616-82AF-B4026B673800}"/>
    <pc:docChg chg="custSel addSld modSld sldOrd">
      <pc:chgData name="Tiago DA COSTA" userId="036dced3-816d-405f-b04e-e233882c0a59" providerId="ADAL" clId="{2FA1E456-9572-4616-82AF-B4026B673800}" dt="2025-11-28T12:30:25.345" v="29" actId="26606"/>
      <pc:docMkLst>
        <pc:docMk/>
      </pc:docMkLst>
      <pc:sldChg chg="addSp delSp modSp add mod ord setBg delDesignElem">
        <pc:chgData name="Tiago DA COSTA" userId="036dced3-816d-405f-b04e-e233882c0a59" providerId="ADAL" clId="{2FA1E456-9572-4616-82AF-B4026B673800}" dt="2025-11-28T12:30:25.345" v="29" actId="26606"/>
        <pc:sldMkLst>
          <pc:docMk/>
          <pc:sldMk cId="4117207123" sldId="274"/>
        </pc:sldMkLst>
        <pc:spChg chg="mod">
          <ac:chgData name="Tiago DA COSTA" userId="036dced3-816d-405f-b04e-e233882c0a59" providerId="ADAL" clId="{2FA1E456-9572-4616-82AF-B4026B673800}" dt="2025-11-28T12:30:25.345" v="29" actId="26606"/>
          <ac:spMkLst>
            <pc:docMk/>
            <pc:sldMk cId="4117207123" sldId="274"/>
            <ac:spMk id="3" creationId="{19C52494-D0DA-4D3A-FC93-157E09908D08}"/>
          </ac:spMkLst>
        </pc:spChg>
        <pc:spChg chg="add">
          <ac:chgData name="Tiago DA COSTA" userId="036dced3-816d-405f-b04e-e233882c0a59" providerId="ADAL" clId="{2FA1E456-9572-4616-82AF-B4026B673800}" dt="2025-11-28T12:30:25.345" v="29" actId="26606"/>
          <ac:spMkLst>
            <pc:docMk/>
            <pc:sldMk cId="4117207123" sldId="274"/>
            <ac:spMk id="5" creationId="{827DC2C4-B485-428A-BF4A-472D2967F47F}"/>
          </ac:spMkLst>
        </pc:spChg>
        <pc:spChg chg="add">
          <ac:chgData name="Tiago DA COSTA" userId="036dced3-816d-405f-b04e-e233882c0a59" providerId="ADAL" clId="{2FA1E456-9572-4616-82AF-B4026B673800}" dt="2025-11-28T12:30:25.345" v="29" actId="26606"/>
          <ac:spMkLst>
            <pc:docMk/>
            <pc:sldMk cId="4117207123" sldId="274"/>
            <ac:spMk id="6" creationId="{EE04B5EB-F158-4507-90DD-BD23620C7CC9}"/>
          </ac:spMkLst>
        </pc:spChg>
        <pc:spChg chg="add">
          <ac:chgData name="Tiago DA COSTA" userId="036dced3-816d-405f-b04e-e233882c0a59" providerId="ADAL" clId="{2FA1E456-9572-4616-82AF-B4026B673800}" dt="2025-11-28T12:30:25.345" v="29" actId="26606"/>
          <ac:spMkLst>
            <pc:docMk/>
            <pc:sldMk cId="4117207123" sldId="274"/>
            <ac:spMk id="8" creationId="{934F1179-B481-4F9E-BCA3-AFB972070F83}"/>
          </ac:spMkLst>
        </pc:spChg>
        <pc:spChg chg="del">
          <ac:chgData name="Tiago DA COSTA" userId="036dced3-816d-405f-b04e-e233882c0a59" providerId="ADAL" clId="{2FA1E456-9572-4616-82AF-B4026B673800}" dt="2025-11-28T12:29:40.925" v="1"/>
          <ac:spMkLst>
            <pc:docMk/>
            <pc:sldMk cId="4117207123" sldId="274"/>
            <ac:spMk id="10" creationId="{556F8D43-3F64-06E0-9218-E59ED2C15A60}"/>
          </ac:spMkLst>
        </pc:spChg>
        <pc:spChg chg="del">
          <ac:chgData name="Tiago DA COSTA" userId="036dced3-816d-405f-b04e-e233882c0a59" providerId="ADAL" clId="{2FA1E456-9572-4616-82AF-B4026B673800}" dt="2025-11-28T12:29:40.925" v="1"/>
          <ac:spMkLst>
            <pc:docMk/>
            <pc:sldMk cId="4117207123" sldId="274"/>
            <ac:spMk id="12" creationId="{5333636E-B258-0F46-35F6-529A0FD8AFB3}"/>
          </ac:spMkLst>
        </pc:spChg>
        <pc:spChg chg="del">
          <ac:chgData name="Tiago DA COSTA" userId="036dced3-816d-405f-b04e-e233882c0a59" providerId="ADAL" clId="{2FA1E456-9572-4616-82AF-B4026B673800}" dt="2025-11-28T12:29:40.925" v="1"/>
          <ac:spMkLst>
            <pc:docMk/>
            <pc:sldMk cId="4117207123" sldId="274"/>
            <ac:spMk id="14" creationId="{21AEF65C-3310-7F4C-5453-E945A7A83935}"/>
          </ac:spMkLst>
        </pc:spChg>
        <pc:spChg chg="del">
          <ac:chgData name="Tiago DA COSTA" userId="036dced3-816d-405f-b04e-e233882c0a59" providerId="ADAL" clId="{2FA1E456-9572-4616-82AF-B4026B673800}" dt="2025-11-28T12:29:40.925" v="1"/>
          <ac:spMkLst>
            <pc:docMk/>
            <pc:sldMk cId="4117207123" sldId="274"/>
            <ac:spMk id="16" creationId="{D7296D8E-64AD-FD08-CFC0-A9AA2C3E7646}"/>
          </ac:spMkLst>
        </pc:spChg>
        <pc:spChg chg="del">
          <ac:chgData name="Tiago DA COSTA" userId="036dced3-816d-405f-b04e-e233882c0a59" providerId="ADAL" clId="{2FA1E456-9572-4616-82AF-B4026B673800}" dt="2025-11-28T12:29:40.925" v="1"/>
          <ac:spMkLst>
            <pc:docMk/>
            <pc:sldMk cId="4117207123" sldId="274"/>
            <ac:spMk id="18" creationId="{881544B8-58AF-590D-BF06-304429DCE12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581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99324B-21D2-0B92-1303-F25FB081ADC8}"/>
              </a:ext>
            </a:extLst>
          </p:cNvPr>
          <p:cNvSpPr txBox="1"/>
          <p:nvPr/>
        </p:nvSpPr>
        <p:spPr>
          <a:xfrm>
            <a:off x="1524000" y="123196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PROJET FULLSTACK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886BF1B-A601-F9ED-35E9-7DB44375CA03}"/>
              </a:ext>
            </a:extLst>
          </p:cNvPr>
          <p:cNvSpPr txBox="1"/>
          <p:nvPr/>
        </p:nvSpPr>
        <p:spPr>
          <a:xfrm>
            <a:off x="1524000" y="3803712"/>
            <a:ext cx="9144000" cy="1563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Fait par Tiago DA COSTA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/>
              <a:t>Du </a:t>
            </a:r>
            <a:r>
              <a:rPr lang="en-US" sz="2400" dirty="0" err="1"/>
              <a:t>groupe</a:t>
            </a:r>
            <a:r>
              <a:rPr lang="en-US" sz="2400" dirty="0"/>
              <a:t> </a:t>
            </a:r>
            <a:r>
              <a:rPr lang="en-US" sz="2400" dirty="0" err="1"/>
              <a:t>Karmeliet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56CA7C9-D13C-3E00-E9E6-6E60F18961E4}"/>
              </a:ext>
            </a:extLst>
          </p:cNvPr>
          <p:cNvSpPr txBox="1"/>
          <p:nvPr/>
        </p:nvSpPr>
        <p:spPr>
          <a:xfrm>
            <a:off x="11024349" y="6452339"/>
            <a:ext cx="1239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2400" dirty="0">
                <a:latin typeface="Aharoni" panose="020F0502020204030204" pitchFamily="2" charset="-79"/>
                <a:cs typeface="Aharoni" panose="020F0502020204030204" pitchFamily="2" charset="-79"/>
              </a:rPr>
              <a:t>28/11/25</a:t>
            </a:r>
          </a:p>
        </p:txBody>
      </p:sp>
    </p:spTree>
    <p:extLst>
      <p:ext uri="{BB962C8B-B14F-4D97-AF65-F5344CB8AC3E}">
        <p14:creationId xmlns:p14="http://schemas.microsoft.com/office/powerpoint/2010/main" val="255087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D547E5-A3BB-F4E0-E8C0-665B23EE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9C52494-D0DA-4D3A-FC93-157E09908D08}"/>
              </a:ext>
            </a:extLst>
          </p:cNvPr>
          <p:cNvSpPr txBox="1"/>
          <p:nvPr/>
        </p:nvSpPr>
        <p:spPr>
          <a:xfrm>
            <a:off x="1285241" y="1008993"/>
            <a:ext cx="9231410" cy="35420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PRÉSENTATION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4117207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99324B-21D2-0B92-1303-F25FB081ADC8}"/>
              </a:ext>
            </a:extLst>
          </p:cNvPr>
          <p:cNvSpPr txBox="1"/>
          <p:nvPr/>
        </p:nvSpPr>
        <p:spPr>
          <a:xfrm>
            <a:off x="966278" y="2147302"/>
            <a:ext cx="9910296" cy="2590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MERCI DE VOTRE ATTENTION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244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</Words>
  <Application>Microsoft Office PowerPoint</Application>
  <PresentationFormat>Grand écran</PresentationFormat>
  <Paragraphs>23</Paragraphs>
  <Slides>19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Aharoni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Démarrage Serveur</dc:title>
  <dc:subject>PptxGenJS Presentation</dc:subject>
  <dc:creator>Created by Marp</dc:creator>
  <cp:lastModifiedBy>Tiago DA COSTA</cp:lastModifiedBy>
  <cp:revision>2</cp:revision>
  <dcterms:created xsi:type="dcterms:W3CDTF">2025-11-28T09:56:16Z</dcterms:created>
  <dcterms:modified xsi:type="dcterms:W3CDTF">2025-11-28T12:30:32Z</dcterms:modified>
</cp:coreProperties>
</file>